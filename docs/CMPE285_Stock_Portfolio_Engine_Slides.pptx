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Stock Portfolio Suggestion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CMPE 285 — [YOUR GROUP NAME]</a:t>
            </a:r>
          </a:p>
          <a:p>
            <a:r>
              <a:t>[Member 1] · [Member 2] · [Member 3] · [Member 4]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Browser UI (HTML/CSS/JS, Chart.js): form, results, charts, optional InvestIQ chat</a:t>
            </a:r>
          </a:p>
          <a:p>
            <a:pPr>
              <a:defRPr sz="2000"/>
            </a:pPr>
            <a:r>
              <a:t>Server: Python 3.12+ · FastAPI · Uvicorn — pages, static assets, JSON + streaming APIs</a:t>
            </a:r>
          </a:p>
          <a:p>
            <a:pPr>
              <a:defRPr sz="2000"/>
            </a:pPr>
            <a:r>
              <a:t>Market data: yfinance → Yahoo Finance quotes &amp; history (5d / 1mo / 3mo / 1y windows)</a:t>
            </a:r>
          </a:p>
          <a:p>
            <a:pPr>
              <a:defRPr sz="2000"/>
            </a:pPr>
            <a:r>
              <a:t>Optional AI: OpenAI-compatible API (Ollama local or OpenAI cloud) — rationales + streaming chat; built-in fallback text</a:t>
            </a:r>
          </a:p>
          <a:p>
            <a:pPr>
              <a:defRPr sz="2000"/>
            </a:pPr>
            <a:r>
              <a:t>Persistence: history.json for recent /api/history generations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Five strategies (choose 1–2): Ethical, Growth, Index, Quality, Value — three tickers each</a:t>
            </a:r>
          </a:p>
          <a:p>
            <a:pPr>
              <a:defRPr sz="2000"/>
            </a:pPr>
            <a:r>
              <a:t>Inputs: amount (min $5,000), strategies, risk profile (Conservative / Moderate / Aggressive)</a:t>
            </a:r>
          </a:p>
          <a:p>
            <a:pPr>
              <a:defRPr sz="2000"/>
            </a:pPr>
            <a:r>
              <a:t>Outputs: dollar allocation, live last price, price trend chart, sector breakdown</a:t>
            </a:r>
          </a:p>
          <a:p>
            <a:pPr>
              <a:defRPr sz="2000"/>
            </a:pPr>
            <a:r>
              <a:t>Per-line “why this pick”: LLM-generated or built-in rationales</a:t>
            </a:r>
          </a:p>
          <a:p>
            <a:pPr>
              <a:defRPr sz="2000"/>
            </a:pPr>
            <a:r>
              <a:t>APIs: /api/suggest, /api/history, /api/health, /api/chat, /api/chat/stream</a:t>
            </a:r>
          </a:p>
          <a:p>
            <a:pPr>
              <a:defRPr sz="2000"/>
            </a:pPr>
            <a:r>
              <a:t>Run locally: ./scripts/start.sh → http://localhost:8000 (see README &amp; .env.example)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InvestIQ: portfolio-aware chat; streaming replies via /api/chat/stream when chat LLM is on</a:t>
            </a:r>
          </a:p>
          <a:p>
            <a:pPr>
              <a:defRPr sz="2000"/>
            </a:pPr>
            <a:r>
              <a:t>Separate env config for rationale vs chat models (.env.example)</a:t>
            </a:r>
          </a:p>
          <a:p>
            <a:pPr>
              <a:defRPr sz="2000"/>
            </a:pPr>
            <a:r>
              <a:t>Resilience: rationale fallbacks, Yahoo retries/timeouts, rate limits on suggest &amp; chat</a:t>
            </a:r>
          </a:p>
          <a:p>
            <a:pPr>
              <a:defRPr sz="2000"/>
            </a:pPr>
            <a:r>
              <a:t>UX: glass-style dashboard; chat history in localStorage; /api/health hints in UI</a:t>
            </a:r>
          </a:p>
          <a:p>
            <a:pPr>
              <a:defRPr sz="2000"/>
            </a:pPr>
            <a:r>
              <a:t>GitHub Pages: static UI preview; full data + LLM require local backend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yfinance / Yahoo: intermittent failures — retries and clear errors for graders</a:t>
            </a:r>
          </a:p>
          <a:p>
            <a:pPr>
              <a:defRPr sz="2000"/>
            </a:pPr>
            <a:r>
              <a:t>Allocation math: risk-based strategy weights + per-ticker tilts; totals must match user amount</a:t>
            </a:r>
          </a:p>
          <a:p>
            <a:pPr>
              <a:defRPr sz="2000"/>
            </a:pPr>
            <a:r>
              <a:t>LLM layer: timeouts, SSE/stream parsing in browser, graceful degradation if model offline</a:t>
            </a:r>
          </a:p>
          <a:p>
            <a:pPr>
              <a:defRPr sz="2000"/>
            </a:pPr>
            <a:r>
              <a:t>Assignment constraints: 1–2 strategies, min investment, while delivering charts + history + chat</a:t>
            </a:r>
          </a:p>
          <a:p>
            <a:pPr>
              <a:defRPr sz="2000"/>
            </a:pPr>
            <a:r>
              <a:t>Environment setup: Python 3.12, .env loading via start.sh, optional Ollama on Linux/macOS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